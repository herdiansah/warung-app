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4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0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94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10550-EC74-A8D5-15D0-EA0AF1B4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D550D-2288-467B-1C05-D0CB89EFB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9AEF5-2C2C-6B18-81DF-B48E3D0A8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BE77F-76C0-CCC3-8CB4-60772D234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47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703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0003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028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1490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0415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4311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3606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05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0767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1459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7877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8602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5809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7478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267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6486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01644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32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3548" y="1617464"/>
            <a:ext cx="679690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Vibe Coding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921428" y="2318445"/>
            <a:ext cx="33011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Mengurangi Pemborosan Token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78888" y="2714625"/>
            <a:ext cx="278622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Maksimalkan Efisiensi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93800" y="609600"/>
            <a:ext cx="29146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"Token"?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93800" y="1810544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= "mata uang" AI yang menghitung semua teks yang masuk dan keluar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93800" y="2202855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banyak token = biaya lebih tinggi &amp; respon lebih lambat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95971" y="2190750"/>
            <a:ext cx="235191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 Utama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7360" y="3135511"/>
            <a:ext cx="74091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Semakin spesifik dan terstruktur permintaan kita, semakin sedikit token yang terbuang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200" y="609600"/>
            <a:ext cx="47879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Definisi Tujuan Jelas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9200" y="15543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 3 pertanyaan ini: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524000" y="1946672"/>
            <a:ext cx="70104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mau dibuat?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bahasa/framework apa?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Batasan apa yang harus diperhatikan?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55700" y="609600"/>
            <a:ext cx="39624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Buruk vs Baik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557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Buruk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55700" y="20267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"Buat sistem login"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5700" y="28496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Baik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55700" y="3321993"/>
            <a:ext cx="746150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"Buat fungsi login di Node.js dengan validasi email, return JSON"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2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Break Down Task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9200" y="15543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Pisahkan task besar jadi langkah kecil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524000" y="1946672"/>
            <a:ext cx="70104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1: Buat login page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2: Tambah login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3: Tambah validasi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58077" y="1775520"/>
            <a:ext cx="522769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Break Down Penting?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728396" y="2796480"/>
            <a:ext cx="5687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lebih kecil = Prompt lebih ringkas = Token lebih sedikit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2700" y="62091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Pisahkan Context vs Task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82700" y="124400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aturan proyek di 1 tempat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Sebut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arahan sekali saja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ke tugas spesifik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Hindari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pengulangan penjelasan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63650" y="6858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Gunakan Template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63650" y="1478161"/>
            <a:ext cx="76169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Prompt Baku: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568450" y="1794272"/>
            <a:ext cx="71628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Konteks: Bahasa, tujuan, input, output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Tugas: Apa yang harus dibuat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Batasan: Jangan pakai X, pastikan 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6365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#1: Jangan Muat Semua File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63650" y="15543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Jangan: Copy-paste semua file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63650" y="1946672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Lakukan: Kirim hanya bagian relevan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63650" y="233898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sampai 60-70% token!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8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#2: Gunakan Ringkasan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20800" y="125670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summary dokumentasi panjang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ringkasan ke AI, bukan full doc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Jauh lebih hemat token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tetap paham konteks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3825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#3: Manfaatkan Memory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38250" y="1554361"/>
            <a:ext cx="7461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AI sudah tahu struktur, jangan ulangi lagi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38250" y="1946672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"Lanjut dari sebelumnya, tambahkan validasi email"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825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#4: Pilih Model yang Tepat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3825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Ringan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8250" y="20267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kode, commit message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8250" y="28496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Besar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8250" y="33219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Refactor, desain arsitektur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27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Session AI Efisien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827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Perencanaan: High-level design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Implementasi: 1 file/fungsi per sesi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Review: Kirim file yang direvisi saja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0352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Buruk vs Optimal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589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Buruk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58900" y="2026741"/>
            <a:ext cx="746150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semua file + minta buat seluruh app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1358900" y="2839045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Optimal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8900" y="3311426"/>
            <a:ext cx="746150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Bertahap, spesifik, kirim bagian relevan saja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08821"/>
            <a:ext cx="7531100" cy="115817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numCol="1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51844" y="1276499"/>
            <a:ext cx="6403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987920" y="2068860"/>
            <a:ext cx="316801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 Sederhana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16000" y="2895600"/>
            <a:ext cx="7315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Seperti minta bantuan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350" b="1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jelaskan kebutuhan dengan jelas, pisah proyek jadi langkah kecil, jangan kirim semua dokumen sekaligus</a:t>
            </a:r>
            <a:endParaRPr lang="en-US" sz="1350" b="1" 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Kesimpulan: 4 Kunci Efisiensi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700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Definisi tujuan yang jelas &amp; spesifik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Break down task jadi langkah kecil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Kirim context minimal, fokus ke task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Gunakan template &amp; memory dengan bijak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5835" y="2179290"/>
            <a:ext cx="4352330" cy="1501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96301" y="1463129"/>
            <a:ext cx="375139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Penghematan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740932" y="2560290"/>
            <a:ext cx="36621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60-70% Token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0932" y="3032671"/>
            <a:ext cx="3662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Biaya lebih rendah + Respon lebih cepat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2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Praktikkan Hari Ini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9200" y="1217811"/>
            <a:ext cx="70104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template prompt untuk proyek Anda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Pisahkan task besar jadi 3-5 langkah kecil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hanya file relevan ke AI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E8E5459-8B5E-7F65-876A-927254199348}"/>
              </a:ext>
            </a:extLst>
          </p:cNvPr>
          <p:cNvSpPr/>
          <p:nvPr/>
        </p:nvSpPr>
        <p:spPr>
          <a:xfrm>
            <a:off x="12192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Vibe Coding</a:t>
            </a:r>
            <a:endParaRPr lang="en-US" sz="27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595CB37-C33D-9444-AB78-474357606821}"/>
              </a:ext>
            </a:extLst>
          </p:cNvPr>
          <p:cNvSpPr/>
          <p:nvPr/>
        </p:nvSpPr>
        <p:spPr>
          <a:xfrm>
            <a:off x="1035050" y="1449040"/>
            <a:ext cx="1905000" cy="5448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ChatGPT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282ABE1-423A-861E-85BA-6981C557433A}"/>
              </a:ext>
            </a:extLst>
          </p:cNvPr>
          <p:cNvSpPr/>
          <p:nvPr/>
        </p:nvSpPr>
        <p:spPr>
          <a:xfrm>
            <a:off x="3930652" y="1449040"/>
            <a:ext cx="1905000" cy="5448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Google AI Studi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6DC15FEC-F363-8F52-D866-E54465281105}"/>
              </a:ext>
            </a:extLst>
          </p:cNvPr>
          <p:cNvSpPr/>
          <p:nvPr/>
        </p:nvSpPr>
        <p:spPr>
          <a:xfrm>
            <a:off x="6826254" y="1446110"/>
            <a:ext cx="1905000" cy="5448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VSCode</a:t>
            </a:r>
            <a:r>
              <a:rPr lang="en-US" sz="1600" b="1" dirty="0">
                <a:solidFill>
                  <a:schemeClr val="bg1"/>
                </a:solidFill>
              </a:rPr>
              <a:t>/</a:t>
            </a:r>
            <a:r>
              <a:rPr lang="en-US" sz="1600" b="1" dirty="0" err="1">
                <a:solidFill>
                  <a:schemeClr val="bg1"/>
                </a:solidFill>
              </a:rPr>
              <a:t>AntiGravity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A2A98E7-0B25-7758-EF9C-F63D5E5804E8}"/>
              </a:ext>
            </a:extLst>
          </p:cNvPr>
          <p:cNvSpPr/>
          <p:nvPr/>
        </p:nvSpPr>
        <p:spPr>
          <a:xfrm>
            <a:off x="1035050" y="1990972"/>
            <a:ext cx="1905000" cy="2746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dokumen teknis (PRD, FSD, TSD, UI/UX)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konsep sampai final</a:t>
            </a:r>
            <a:endParaRPr lang="en-US" sz="1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AAF4D29B-E900-ED95-DD5B-2DCC43908785}"/>
              </a:ext>
            </a:extLst>
          </p:cNvPr>
          <p:cNvSpPr/>
          <p:nvPr/>
        </p:nvSpPr>
        <p:spPr>
          <a:xfrm>
            <a:off x="3962402" y="1990971"/>
            <a:ext cx="1905000" cy="2746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Gunakan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dokumen PRD dan UI/UX untuk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membuat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draft frontend</a:t>
            </a:r>
            <a:endParaRPr lang="en-US" sz="12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F6B71F7-B6DC-D09E-D65B-E3D6B1735BEF}"/>
              </a:ext>
            </a:extLst>
          </p:cNvPr>
          <p:cNvSpPr/>
          <p:nvPr/>
        </p:nvSpPr>
        <p:spPr>
          <a:xfrm>
            <a:off x="6826254" y="1988040"/>
            <a:ext cx="1905000" cy="2746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Gunakan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semua dokumen teknis untuk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membuat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Task List  dan design awal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dari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Google Studio untuk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dikembangkan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menjadi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final produk.</a:t>
            </a:r>
            <a:endParaRPr lang="en-US" sz="12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95B3A9E-C37C-117D-5C47-ED8C18A5F57D}"/>
              </a:ext>
            </a:extLst>
          </p:cNvPr>
          <p:cNvSpPr/>
          <p:nvPr/>
        </p:nvSpPr>
        <p:spPr>
          <a:xfrm>
            <a:off x="2940050" y="1654795"/>
            <a:ext cx="990602" cy="1333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C5134F5-0800-F8CE-BA94-FCB19B65FE3C}"/>
              </a:ext>
            </a:extLst>
          </p:cNvPr>
          <p:cNvSpPr/>
          <p:nvPr/>
        </p:nvSpPr>
        <p:spPr>
          <a:xfrm>
            <a:off x="5835652" y="1654795"/>
            <a:ext cx="990602" cy="1333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F30DF-49A1-252C-3A5D-52C125F1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8EFDDE-057D-6956-796B-03F4F334A1E1}"/>
              </a:ext>
            </a:extLst>
          </p:cNvPr>
          <p:cNvSpPr/>
          <p:nvPr/>
        </p:nvSpPr>
        <p:spPr>
          <a:xfrm>
            <a:off x="3047274" y="1804095"/>
            <a:ext cx="304945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Kasih!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A63597-E3F0-2CD5-5773-B3F968CA4ACA}"/>
              </a:ext>
            </a:extLst>
          </p:cNvPr>
          <p:cNvSpPr/>
          <p:nvPr/>
        </p:nvSpPr>
        <p:spPr>
          <a:xfrm>
            <a:off x="2715734" y="2581275"/>
            <a:ext cx="37123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untuk workflow yang lebih </a:t>
            </a:r>
            <a:r>
              <a:rPr lang="en-US" sz="15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635506-FEA5-3AE6-9A11-D7CEEAB25380}"/>
              </a:ext>
            </a:extLst>
          </p:cNvPr>
          <p:cNvSpPr/>
          <p:nvPr/>
        </p:nvSpPr>
        <p:spPr>
          <a:xfrm>
            <a:off x="3766828" y="3152775"/>
            <a:ext cx="16103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diskusi &amp; tanya jawab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1993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52</TotalTime>
  <Words>553</Words>
  <Application>Microsoft Office PowerPoint</Application>
  <PresentationFormat>On-screen Show (16:9)</PresentationFormat>
  <Paragraphs>108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Herdiansah Herdiansah</cp:lastModifiedBy>
  <cp:revision>24</cp:revision>
  <dcterms:created xsi:type="dcterms:W3CDTF">2026-03-09T12:44:02Z</dcterms:created>
  <dcterms:modified xsi:type="dcterms:W3CDTF">2026-03-09T14:09:14Z</dcterms:modified>
</cp:coreProperties>
</file>